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71" r:id="rId6"/>
    <p:sldId id="264" r:id="rId7"/>
    <p:sldId id="265" r:id="rId8"/>
    <p:sldId id="260" r:id="rId9"/>
    <p:sldId id="266" r:id="rId10"/>
    <p:sldId id="267" r:id="rId11"/>
    <p:sldId id="261" r:id="rId12"/>
    <p:sldId id="268" r:id="rId13"/>
    <p:sldId id="269" r:id="rId14"/>
    <p:sldId id="262" r:id="rId15"/>
    <p:sldId id="263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EC933-7FBD-4656-B5CD-35D0FE2842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3D737B3-3E39-4142-889C-B9738497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420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EC933-7FBD-4656-B5CD-35D0FE2842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37B3-3E39-4142-889C-B9738497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EC933-7FBD-4656-B5CD-35D0FE2842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D737B3-3E39-4142-889C-B9738497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6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EC933-7FBD-4656-B5CD-35D0FE2842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3D737B3-3E39-4142-889C-B9738497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3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EC933-7FBD-4656-B5CD-35D0FE2842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3D737B3-3E39-4142-889C-B9738497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648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EC933-7FBD-4656-B5CD-35D0FE2842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37B3-3E39-4142-889C-B9738497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80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EC933-7FBD-4656-B5CD-35D0FE2842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37B3-3E39-4142-889C-B9738497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757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EC933-7FBD-4656-B5CD-35D0FE2842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37B3-3E39-4142-889C-B9738497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3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EC933-7FBD-4656-B5CD-35D0FE2842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D737B3-3E39-4142-889C-B9738497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9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EC933-7FBD-4656-B5CD-35D0FE2842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D737B3-3E39-4142-889C-B9738497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302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EC933-7FBD-4656-B5CD-35D0FE2842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D737B3-3E39-4142-889C-B9738497EA6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0767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EC933-7FBD-4656-B5CD-35D0FE2842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D737B3-3E39-4142-889C-B9738497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73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EC933-7FBD-4656-B5CD-35D0FE2842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D737B3-3E39-4142-889C-B9738497EA6A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48775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EC933-7FBD-4656-B5CD-35D0FE2842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D737B3-3E39-4142-889C-B9738497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1820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EC933-7FBD-4656-B5CD-35D0FE2842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37B3-3E39-4142-889C-B9738497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67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EC933-7FBD-4656-B5CD-35D0FE2842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37B3-3E39-4142-889C-B9738497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82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EC933-7FBD-4656-B5CD-35D0FE2842F1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3D737B3-3E39-4142-889C-B9738497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51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0401" y="812409"/>
            <a:ext cx="8915399" cy="2262781"/>
          </a:xfrm>
        </p:spPr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NHÓM</a:t>
            </a:r>
            <a:r>
              <a:rPr lang="en-US" b="1" dirty="0" smtClean="0">
                <a:solidFill>
                  <a:srgbClr val="FF0000"/>
                </a:solidFill>
              </a:rPr>
              <a:t> 6 : </a:t>
            </a:r>
            <a:r>
              <a:rPr lang="en-US" b="1" dirty="0" err="1" smtClean="0">
                <a:solidFill>
                  <a:srgbClr val="FF0000"/>
                </a:solidFill>
              </a:rPr>
              <a:t>Quản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Lý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Nhà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thuốc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3075191"/>
            <a:ext cx="8915399" cy="2828472"/>
          </a:xfrm>
        </p:spPr>
        <p:txBody>
          <a:bodyPr>
            <a:normAutofit/>
          </a:bodyPr>
          <a:lstStyle/>
          <a:p>
            <a:r>
              <a:rPr lang="en-US" sz="3200" b="1" dirty="0" err="1" smtClean="0"/>
              <a:t>Thành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Viên</a:t>
            </a:r>
            <a:r>
              <a:rPr lang="en-US" sz="3200" b="1" dirty="0" smtClean="0"/>
              <a:t> :</a:t>
            </a:r>
          </a:p>
          <a:p>
            <a:r>
              <a:rPr lang="en-US" sz="3200" dirty="0" err="1" smtClean="0"/>
              <a:t>Nguyễn</a:t>
            </a:r>
            <a:r>
              <a:rPr lang="en-US" sz="3200" dirty="0" smtClean="0"/>
              <a:t> </a:t>
            </a:r>
            <a:r>
              <a:rPr lang="en-US" sz="3200" dirty="0" err="1" smtClean="0"/>
              <a:t>Phúc</a:t>
            </a:r>
            <a:r>
              <a:rPr lang="en-US" sz="3200" dirty="0" smtClean="0"/>
              <a:t> </a:t>
            </a:r>
            <a:r>
              <a:rPr lang="en-US" sz="3200" dirty="0" err="1" smtClean="0"/>
              <a:t>Bích</a:t>
            </a:r>
            <a:r>
              <a:rPr lang="en-US" sz="3200" dirty="0" smtClean="0"/>
              <a:t> </a:t>
            </a:r>
          </a:p>
          <a:p>
            <a:r>
              <a:rPr lang="en-US" sz="3200" dirty="0" err="1" smtClean="0"/>
              <a:t>Nguyễn</a:t>
            </a:r>
            <a:r>
              <a:rPr lang="en-US" sz="3200" dirty="0" smtClean="0"/>
              <a:t> </a:t>
            </a:r>
            <a:r>
              <a:rPr lang="en-US" sz="3200" dirty="0" err="1" smtClean="0"/>
              <a:t>Hữu</a:t>
            </a:r>
            <a:r>
              <a:rPr lang="en-US" sz="3200" dirty="0" smtClean="0"/>
              <a:t> </a:t>
            </a:r>
            <a:r>
              <a:rPr lang="en-US" sz="3200" dirty="0" err="1" smtClean="0"/>
              <a:t>Phát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6675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Màn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mềm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912" y="1276405"/>
            <a:ext cx="3428048" cy="530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9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Màn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</a:t>
            </a:r>
            <a:r>
              <a:rPr lang="en-US" dirty="0" err="1" smtClean="0"/>
              <a:t>chủ</a:t>
            </a:r>
            <a:endParaRPr lang="en-US" dirty="0"/>
          </a:p>
        </p:txBody>
      </p:sp>
      <p:pic>
        <p:nvPicPr>
          <p:cNvPr id="2050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068" y="1264555"/>
            <a:ext cx="3965501" cy="5262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371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239150"/>
            <a:ext cx="8911687" cy="1257886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Form </a:t>
            </a:r>
            <a:r>
              <a:rPr lang="en-US" b="1" dirty="0" err="1" smtClean="0">
                <a:solidFill>
                  <a:srgbClr val="FF0000"/>
                </a:solidFill>
              </a:rPr>
              <a:t>quản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lí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nhà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thuốc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150" y="900112"/>
            <a:ext cx="4190456" cy="573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57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Chi </a:t>
            </a:r>
            <a:r>
              <a:rPr lang="en-US" dirty="0" err="1" smtClean="0"/>
              <a:t>tiết</a:t>
            </a:r>
            <a:r>
              <a:rPr lang="en-US" dirty="0" smtClean="0"/>
              <a:t> </a:t>
            </a:r>
            <a:r>
              <a:rPr lang="en-US" dirty="0" err="1" smtClean="0"/>
              <a:t>từng</a:t>
            </a:r>
            <a:r>
              <a:rPr lang="en-US" dirty="0" smtClean="0"/>
              <a:t> </a:t>
            </a:r>
            <a:r>
              <a:rPr lang="en-US" dirty="0" err="1" smtClean="0"/>
              <a:t>nhà</a:t>
            </a:r>
            <a:r>
              <a:rPr lang="en-US" dirty="0" smtClean="0"/>
              <a:t> </a:t>
            </a:r>
            <a:r>
              <a:rPr lang="en-US" dirty="0" err="1" smtClean="0"/>
              <a:t>thuốc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2103" y="1652244"/>
            <a:ext cx="5132660" cy="370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974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nhà</a:t>
            </a:r>
            <a:r>
              <a:rPr lang="en-US" dirty="0" smtClean="0"/>
              <a:t> </a:t>
            </a:r>
            <a:r>
              <a:rPr lang="en-US" dirty="0" err="1" smtClean="0"/>
              <a:t>thuốc</a:t>
            </a:r>
            <a:endParaRPr lang="en-US" dirty="0"/>
          </a:p>
        </p:txBody>
      </p:sp>
      <p:pic>
        <p:nvPicPr>
          <p:cNvPr id="7170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7107" y="1580344"/>
            <a:ext cx="4440628" cy="509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59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kiếm</a:t>
            </a:r>
            <a:r>
              <a:rPr lang="en-US" dirty="0" smtClean="0"/>
              <a:t> </a:t>
            </a:r>
            <a:r>
              <a:rPr lang="en-US" dirty="0" err="1" smtClean="0"/>
              <a:t>nhà</a:t>
            </a:r>
            <a:r>
              <a:rPr lang="en-US" dirty="0" smtClean="0"/>
              <a:t> </a:t>
            </a:r>
            <a:r>
              <a:rPr lang="en-US" dirty="0" err="1" smtClean="0"/>
              <a:t>thuốc</a:t>
            </a:r>
            <a:endParaRPr lang="en-US" dirty="0"/>
          </a:p>
        </p:txBody>
      </p:sp>
      <p:pic>
        <p:nvPicPr>
          <p:cNvPr id="819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753" y="1692885"/>
            <a:ext cx="6354127" cy="453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5113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4789" y="202080"/>
            <a:ext cx="8911687" cy="128089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Form </a:t>
            </a:r>
            <a:r>
              <a:rPr lang="en-US" b="1" dirty="0" err="1">
                <a:solidFill>
                  <a:srgbClr val="FF0000"/>
                </a:solidFill>
              </a:rPr>
              <a:t>quản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lí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Loại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thuốc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730" y="994818"/>
            <a:ext cx="3779902" cy="539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049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/>
              <a:t>thuốc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172" y="1746372"/>
            <a:ext cx="5046052" cy="399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798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/>
              <a:t>thuốc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550" y="2505515"/>
            <a:ext cx="6538122" cy="313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76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188012"/>
            <a:ext cx="8911687" cy="128089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   Form </a:t>
            </a:r>
            <a:r>
              <a:rPr lang="en-US" b="1" dirty="0" err="1">
                <a:solidFill>
                  <a:srgbClr val="FF0000"/>
                </a:solidFill>
              </a:rPr>
              <a:t>quản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lí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Hóa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Đơn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738" y="828457"/>
            <a:ext cx="4356735" cy="577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605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59" y="1650095"/>
            <a:ext cx="6406076" cy="455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36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790" y="2381250"/>
            <a:ext cx="6634685" cy="375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79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44282"/>
            <a:ext cx="8911687" cy="128089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   Form </a:t>
            </a:r>
            <a:r>
              <a:rPr lang="en-US" b="1" dirty="0" err="1">
                <a:solidFill>
                  <a:srgbClr val="FF0000"/>
                </a:solidFill>
              </a:rPr>
              <a:t>quản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lí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Bán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Lẻ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551" y="884727"/>
            <a:ext cx="3860346" cy="576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77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smtClean="0"/>
              <a:t>chi </a:t>
            </a:r>
            <a:r>
              <a:rPr lang="en-US" dirty="0" err="1" smtClean="0"/>
              <a:t>tiết</a:t>
            </a:r>
            <a:r>
              <a:rPr lang="en-US" dirty="0" smtClean="0"/>
              <a:t> </a:t>
            </a:r>
            <a:r>
              <a:rPr lang="en-US" dirty="0" err="1" smtClean="0"/>
              <a:t>bán</a:t>
            </a:r>
            <a:r>
              <a:rPr lang="en-US" dirty="0" smtClean="0"/>
              <a:t> </a:t>
            </a:r>
            <a:r>
              <a:rPr lang="en-US" dirty="0" err="1" smtClean="0"/>
              <a:t>lẻ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730" y="1659769"/>
            <a:ext cx="5467863" cy="478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smtClean="0"/>
              <a:t>chi </a:t>
            </a:r>
            <a:r>
              <a:rPr lang="en-US" dirty="0" err="1" smtClean="0"/>
              <a:t>tiết</a:t>
            </a:r>
            <a:r>
              <a:rPr lang="en-US" dirty="0" smtClean="0"/>
              <a:t> </a:t>
            </a:r>
            <a:r>
              <a:rPr lang="en-US" dirty="0" err="1" smtClean="0"/>
              <a:t>bán</a:t>
            </a:r>
            <a:r>
              <a:rPr lang="en-US" dirty="0" smtClean="0"/>
              <a:t> </a:t>
            </a:r>
            <a:r>
              <a:rPr lang="en-US" dirty="0" err="1" smtClean="0"/>
              <a:t>lẻ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1588" y="2048045"/>
            <a:ext cx="5608122" cy="286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33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29</TotalTime>
  <Words>106</Words>
  <Application>Microsoft Office PowerPoint</Application>
  <PresentationFormat>Widescreen</PresentationFormat>
  <Paragraphs>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Wisp</vt:lpstr>
      <vt:lpstr>NHÓM 6 : Quản Lý Nhà thuốc</vt:lpstr>
      <vt:lpstr>Màn hình khi khởi động phần mềm</vt:lpstr>
      <vt:lpstr>Màn hình trang chủ</vt:lpstr>
      <vt:lpstr>Form quản lí nhà thuốc</vt:lpstr>
      <vt:lpstr>Chi tiết từng nhà thuốc</vt:lpstr>
      <vt:lpstr>Hiển thị danh sách nhà thuốc</vt:lpstr>
      <vt:lpstr>Chức năng tìm kiếm nhà thuốc</vt:lpstr>
      <vt:lpstr>Form quản lí Loại thuốc</vt:lpstr>
      <vt:lpstr>Hiển thị danh sách loại thuốc</vt:lpstr>
      <vt:lpstr>Chức năng tìm kiếm loại thuốc</vt:lpstr>
      <vt:lpstr>   Form quản lí Hóa Đơn</vt:lpstr>
      <vt:lpstr>Hiển thị danh sách hóa đơn</vt:lpstr>
      <vt:lpstr>Chức năng tìm kiếm hóa đơn</vt:lpstr>
      <vt:lpstr>     Form quản lí Bán Lẻ</vt:lpstr>
      <vt:lpstr>Hiển thị danh sách chi tiết bán lẻ</vt:lpstr>
      <vt:lpstr>Hiển thị danh sách chi tiết bán lẻ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NHÓM 6 : Quản Lý Nhà thuốc</dc:title>
  <dc:creator>PHUC BICH</dc:creator>
  <cp:lastModifiedBy>PHUC BICH</cp:lastModifiedBy>
  <cp:revision>5</cp:revision>
  <dcterms:created xsi:type="dcterms:W3CDTF">2020-08-04T13:49:01Z</dcterms:created>
  <dcterms:modified xsi:type="dcterms:W3CDTF">2020-08-05T03:49:09Z</dcterms:modified>
</cp:coreProperties>
</file>